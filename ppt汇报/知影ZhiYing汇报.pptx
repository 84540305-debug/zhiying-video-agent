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FF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5184648" y="1097280"/>
            <a:ext cx="1828800" cy="1828800"/>
          </a:xfrm>
          <a:prstGeom prst="star5">
            <a:avLst/>
          </a:prstGeom>
          <a:solidFill>
            <a:srgbClr val="FF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</a:rPr>
              <a:t>知影 ZhiYing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97A"/>
                </a:solidFill>
                <a:latin typeface="微软雅黑"/>
              </a:rPr>
              <a:t>大学生军事理论课 AI 视频成片 Agent · 搭建汇报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0F1EA"/>
                </a:solidFill>
                <a:latin typeface="微软雅黑"/>
              </a:rPr>
              <a:t>2026年9月10日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E7D4F"/>
                </a:solidFill>
                <a:latin typeface="微软雅黑"/>
              </a:rPr>
              <a:t>目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0" cy="40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3226"/>
                </a:solidFill>
                <a:latin typeface="微软雅黑"/>
              </a:rPr>
              <a:t>项目概述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4705E"/>
                </a:solidFill>
                <a:latin typeface="微软雅黑"/>
              </a:rPr>
              <a:t>核心能力 · 在线成果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3226"/>
                </a:solidFill>
                <a:latin typeface="微软雅黑"/>
              </a:rPr>
              <a:t>技术架构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4705E"/>
                </a:solidFill>
                <a:latin typeface="微软雅黑"/>
              </a:rPr>
              <a:t>技术栈 · 三栏布局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3226"/>
                </a:solidFill>
                <a:latin typeface="微软雅黑"/>
              </a:rPr>
              <a:t>功能详解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4705E"/>
                </a:solidFill>
                <a:latin typeface="微软雅黑"/>
              </a:rPr>
              <a:t>三模式 · 七步 · 知识库 · API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480560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3226"/>
                </a:solidFill>
                <a:latin typeface="微软雅黑"/>
              </a:rPr>
              <a:t>部署上线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480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4705E"/>
                </a:solidFill>
                <a:latin typeface="微软雅黑"/>
              </a:rPr>
              <a:t>GitHub · Pages · 代理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486400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3226"/>
                </a:solidFill>
                <a:latin typeface="微软雅黑"/>
              </a:rPr>
              <a:t>项目成果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4705E"/>
                </a:solidFill>
                <a:latin typeface="微软雅黑"/>
              </a:rPr>
              <a:t>总结 · 在线地址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4705E"/>
                </a:solidFill>
                <a:latin typeface="微软雅黑"/>
              </a:rPr>
              <a:t>知影 ZhiYing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4705E"/>
                </a:solidFill>
                <a:latin typeface="微软雅黑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</a:rPr>
              <a:t>第一章 · 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97A"/>
                </a:solidFill>
                <a:latin typeface="微软雅黑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F1EA"/>
                </a:solidFill>
                <a:latin typeface="微软雅黑"/>
              </a:rPr>
              <a:t>知影 ZhiYing · 大学生军事理论课 AI 视频成片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7D4F"/>
                </a:solidFill>
                <a:latin typeface="微软雅黑"/>
              </a:rPr>
              <a:t>核心能力总览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0" cy="40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4705E"/>
                </a:solidFill>
                <a:latin typeface="微软雅黑"/>
              </a:rPr>
              <a:t>知影 ZhiYing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4705E"/>
                </a:solidFill>
                <a:latin typeface="微软雅黑"/>
              </a:rPr>
              <a:t>4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9611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能力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三种创作模式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图片轮播（文生图分镜）/ HTML 视频（网页动画）/ 演示页生成（PPT）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七步流水线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生成脚本 → 生成大纲 → 拆分分镜 → 生成画面 → 生成声音 → 预览修改 → 导出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文生图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Pollinations.ai（免费免key）+ 可切换豆包/通义万相/Stability/DALL·E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军事知识库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8 大章节专业教学内容（国防/军事思想/信息化战争等）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文件上传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文稿注入脚本生成 / 图片作分镜素材 / 文档作参考资料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双通道导出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python-pptx 脚本（.pptx）/ 可编辑 HTML（Gamma/Canva 兼容）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要点：知影 ZhiYing 整合了从脚本生成到录屏导出的完整视频制作流程，让教学视频从"手动剪辑"升级为"AI 一键成片"。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三大模式覆盖不同教学场景：图片轮播适合知识科普、HTML 视频适合动态演示、演示页生成适合课堂讲解。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内置军事理论课专业知识库，输入军事关键词即可自动匹配专业教学内容，无需手动编写文案。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7D4F"/>
                </a:solidFill>
                <a:latin typeface="微软雅黑"/>
              </a:rPr>
              <a:t>在线成果与文件清单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0" cy="40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4705E"/>
                </a:solidFill>
                <a:latin typeface="微软雅黑"/>
              </a:rPr>
              <a:t>知影 ZhiYing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4705E"/>
                </a:solidFill>
                <a:latin typeface="微软雅黑"/>
              </a:rPr>
              <a:t>5 / 20</a:t>
            </a:r>
          </a:p>
        </p:txBody>
      </p:sp>
      <p:pic>
        <p:nvPicPr>
          <p:cNvPr id="7" name="Picture 6" descr="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38576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微软雅黑"/>
              </a:rPr>
              <a:t>在线访问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C3226"/>
                </a:solidFill>
                <a:latin typeface="微软雅黑"/>
              </a:rPr>
              <a:t>🌐 在线网站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3226"/>
                </a:solidFill>
                <a:latin typeface="微软雅黑"/>
              </a:rPr>
              <a:t>84540305-debug.github.io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3226"/>
                </a:solidFill>
                <a:latin typeface="微软雅黑"/>
              </a:rPr>
              <a:t>  /zhiying-video-agent/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3226"/>
                </a:solidFill>
                <a:latin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C3226"/>
                </a:solidFill>
                <a:latin typeface="微软雅黑"/>
              </a:rPr>
              <a:t>📦 代码仓库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3226"/>
                </a:solidFill>
                <a:latin typeface="微软雅黑"/>
              </a:rPr>
              <a:t>github.com/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3226"/>
                </a:solidFill>
                <a:latin typeface="微软雅黑"/>
              </a:rPr>
              <a:t>  84540305-debug/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3226"/>
                </a:solidFill>
                <a:latin typeface="微软雅黑"/>
              </a:rPr>
              <a:t>  zhiying-video-agent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要点：网站已上线 GitHub Pages，任何人打开链接即可体验全部功能，无需安装。push 代码后自动重建。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</a:rPr>
              <a:t>第二章 ·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97A"/>
                </a:solidFill>
                <a:latin typeface="微软雅黑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F1EA"/>
                </a:solidFill>
                <a:latin typeface="微软雅黑"/>
              </a:rPr>
              <a:t>知影 ZhiYing · 大学生军事理论课 AI 视频成片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7D4F"/>
                </a:solidFill>
                <a:latin typeface="微软雅黑"/>
              </a:rPr>
              <a:t>技术栈八层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0" cy="40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4705E"/>
                </a:solidFill>
                <a:latin typeface="微软雅黑"/>
              </a:rPr>
              <a:t>知影 ZhiYing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4705E"/>
                </a:solidFill>
                <a:latin typeface="微软雅黑"/>
              </a:rPr>
              <a:t>7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57607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前端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原生 HTML+CSS+JS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单文件，零依赖，零构建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文生图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Pollinations.ai API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免费免key，渐进式加载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语音合成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Web Speech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浏览器内置中文 TTS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背景音乐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WebAudio API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程序化生成 3 种风格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录屏导出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getDisplayMedia+MediaRecorder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屏幕捕获→.webm 下载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持久化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localStorage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历史项目存储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版本控制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Git +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main 分支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在线托管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GitHub Pages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push 后自动重建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要点：采用纯前端 B/S 架构，单文件零依赖，所有功能在浏览器内完成，无需后端服务器。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文生图通过 Pollinations.ai 免费 API 实现，无需 API Key；可一键切换豆包/Stability/DALL·E 等付费模型。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录屏导出利用浏览器原生 getDisplayMedia API，无需安装录屏软件，导出 .webm 视频文件。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7D4F"/>
                </a:solidFill>
                <a:latin typeface="微软雅黑"/>
              </a:rPr>
              <a:t>三栏布局架构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0" cy="40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4705E"/>
                </a:solidFill>
                <a:latin typeface="微软雅黑"/>
              </a:rPr>
              <a:t>知影 ZhiYing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4705E"/>
                </a:solidFill>
                <a:latin typeface="微软雅黑"/>
              </a:rPr>
              <a:t>8 / 20</a:t>
            </a:r>
          </a:p>
        </p:txBody>
      </p:sp>
      <p:pic>
        <p:nvPicPr>
          <p:cNvPr id="7" name="Picture 6" descr="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63265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要点：首页 → 点击模式卡片 → 进入创作页。左栏历史项目（封面缩略图），中栏预览+工具栏+分镜列表，右栏 AI 对话。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三栏协同：左侧管理项目、中间预览编辑、右侧 AI 创作对话，全程不切换页面。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</a:rPr>
              <a:t>第三章 · 功能详解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97A"/>
                </a:solidFill>
                <a:latin typeface="微软雅黑"/>
              </a:rPr>
              <a:t>Feature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F1EA"/>
                </a:solidFill>
                <a:latin typeface="微软雅黑"/>
              </a:rPr>
              <a:t>知影 ZhiYing · 大学生军事理论课 AI 视频成片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7D4F"/>
                </a:solidFill>
                <a:latin typeface="微软雅黑"/>
              </a:rPr>
              <a:t>三种创作模式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0" cy="40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4705E"/>
                </a:solidFill>
                <a:latin typeface="微软雅黑"/>
              </a:rPr>
              <a:t>知影 ZhiYing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4705E"/>
                </a:solidFill>
                <a:latin typeface="微软雅黑"/>
              </a:rPr>
              <a:t>10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04672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模式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入口函数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图片轮播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文生图 AI 生成静态图片，Ken Burns 镜头动效轮播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enterEditor('image')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HTML 视频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AI 生成网页动画（极光/粒子/轨道/数据律动/打字机）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enterEditor('html')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演示页生成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AI 生成 5-8 页演示稿，导出 .pptx 或可编辑 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enterEditor('ppt')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solidFill>
            <a:srgbClr val="F0F7F3"/>
          </a:solidFill>
          <a:ln w="6350">
            <a:solidFill>
              <a:srgbClr val="2E7D4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00">
                <a:solidFill>
                  <a:srgbClr val="2E7D4F"/>
                </a:solidFill>
                <a:latin typeface="Consolas"/>
              </a:rPr>
              <a:t>// 模式切换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00">
                <a:solidFill>
                  <a:srgbClr val="2E7D4F"/>
                </a:solidFill>
                <a:latin typeface="Consolas"/>
              </a:rPr>
              <a:t>function enterEditor(mode){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00">
                <a:solidFill>
                  <a:srgbClr val="2E7D4F"/>
                </a:solidFill>
                <a:latin typeface="Consolas"/>
              </a:rPr>
              <a:t>  state.mode = mode;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00">
                <a:solidFill>
                  <a:srgbClr val="2E7D4F"/>
                </a:solidFill>
                <a:latin typeface="Consolas"/>
              </a:rPr>
              <a:t>  document.body.classList.toggle('mode-ppt', mode === 'ppt');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00">
                <a:solidFill>
                  <a:srgbClr val="2E7D4F"/>
                </a:solidFill>
                <a:latin typeface="Consolas"/>
              </a:rPr>
              <a:t>  // mode='image' → 图片轮播 | 'html' → HTML动画 | 'ppt' → 演示页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00">
                <a:solidFill>
                  <a:srgbClr val="2E7D4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要点：三种模式共享同一套七步流水线，差异仅在画面生成方式。模式切换只需一行代码（mode-ppt class）。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7D4F"/>
                </a:solidFill>
                <a:latin typeface="微软雅黑"/>
              </a:rPr>
              <a:t>七步创作流水线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0" cy="40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4705E"/>
                </a:solidFill>
                <a:latin typeface="微软雅黑"/>
              </a:rPr>
              <a:t>知影 ZhiYing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4705E"/>
                </a:solidFill>
                <a:latin typeface="微软雅黑"/>
              </a:rPr>
              <a:t>11 / 20</a:t>
            </a:r>
          </a:p>
        </p:txBody>
      </p:sp>
      <p:pic>
        <p:nvPicPr>
          <p:cNvPr id="7" name="Picture 6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要点：用户输入提示词后，对话区顶部生成「创作流水线·7步」追踪器，随进度实时高亮"进行中/已完成"。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三级内容路由：上传文稿 &gt; 军事知识库 &gt; 通用模板。命中军事关键词时自动使用专业教学内容。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每步完成后对话区产出对应内容（脚本全文/大纲表格/分镜列表/画面进度/声音说明），用户可实时查看。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7D4F"/>
                </a:solidFill>
                <a:latin typeface="微软雅黑"/>
              </a:rPr>
              <a:t>军事理论课知识库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0" cy="40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4705E"/>
                </a:solidFill>
                <a:latin typeface="微软雅黑"/>
              </a:rPr>
              <a:t>知影 ZhiYing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4705E"/>
                </a:solidFill>
                <a:latin typeface="微软雅黑"/>
              </a:rPr>
              <a:t>12 / 20</a:t>
            </a:r>
          </a:p>
        </p:txBody>
      </p:sp>
      <p:pic>
        <p:nvPicPr>
          <p:cNvPr id="7" name="Picture 6" descr="knowledge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623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要点：matchMilitaryTopic(prompt) 关键词匹配 → 命中时脚本/演示稿自动使用专业教学旁白文案。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四套军事专属配色自动匹配：国防→军绿迷彩、战争→战旗红金、信息化→夜战深蓝、高技术→钢铁灰蓝。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非军事主题兜底也加军事元素修饰词，确保全站视觉统一性（military themed, soldiers, national defense）。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7D4F"/>
                </a:solidFill>
                <a:latin typeface="微软雅黑"/>
              </a:rPr>
              <a:t>文生图 API 接入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0" cy="40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4705E"/>
                </a:solidFill>
                <a:latin typeface="微软雅黑"/>
              </a:rPr>
              <a:t>知影 ZhiYing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4705E"/>
                </a:solidFill>
                <a:latin typeface="微软雅黑"/>
              </a:rPr>
              <a:t>13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8686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13716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函数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费用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CORS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Pollinations.ai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_callPollinations()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免费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✅ 直调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豆包/火山引擎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_callDoubao()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按量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❌ 需代理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通义万相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_callWanx()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按量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❌ 需代理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Stability AI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_callStability()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按量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✅ 直调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OpenAI DALL·E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_callDallE()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按量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✅ 直调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solidFill>
            <a:srgbClr val="F0F7F3"/>
          </a:solidFill>
          <a:ln w="6350">
            <a:solidFill>
              <a:srgbClr val="2E7D4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// 路由函数：根据配置选择模型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function _callImageAPI(prompt, w, h){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  switch(IMG_CONFIG.model){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    case 'doubao':    return _callDoubao(prompt, w, h);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    case 'stability': return _callStability(prompt, w, h);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    default:          return _callPollinations(prompt, w, h);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  }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4705E"/>
                </a:solidFill>
                <a:latin typeface="微软雅黑"/>
              </a:rPr>
              <a:t>要点：首页 ⚙️ 设置弹窗可一键切换模型，API Key 仅存本地 localStorage。渐进式加载（Canvas占位→3秒后真实图淡入）。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7D4F"/>
                </a:solidFill>
                <a:latin typeface="微软雅黑"/>
              </a:rPr>
              <a:t>演示页生成与导出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0" cy="40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4705E"/>
                </a:solidFill>
                <a:latin typeface="微软雅黑"/>
              </a:rPr>
              <a:t>知影 ZhiYing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4705E"/>
                </a:solidFill>
                <a:latin typeface="微软雅黑"/>
              </a:rPr>
              <a:t>14 / 20</a:t>
            </a:r>
          </a:p>
        </p:txBody>
      </p:sp>
      <p:pic>
        <p:nvPicPr>
          <p:cNvPr id="7" name="Picture 6" descr="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38576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微软雅黑"/>
              </a:rPr>
              <a:t>双通道导出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9520" y="1828800"/>
          <a:ext cx="4114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导出方式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产物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.py脚本→.pptx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HTML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单文件→Gamma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要点：演示页模式复用七步流水线，按教学章节结构生成 5-8 页：封面→引入→核心概念→关键特征→应用→案例→总结。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四种版式自动选择：title 居中标题页 / content 项目符号页 / two-col 图文双栏 / summary 结语总结。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4705E"/>
                </a:solidFill>
                <a:latin typeface="微软雅黑"/>
              </a:rPr>
              <a:t>PPTX 导出生成 python-pptx 脚本（含全部页面数据），本地 pip install 后运行即产出标准 .pptx 文件。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</a:rPr>
              <a:t>第四章 · 部署上线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97A"/>
                </a:solidFill>
                <a:latin typeface="微软雅黑"/>
              </a:rPr>
              <a:t>Deployment &amp;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F1EA"/>
                </a:solidFill>
                <a:latin typeface="微软雅黑"/>
              </a:rPr>
              <a:t>知影 ZhiYing · 大学生军事理论课 AI 视频成片 Agent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7D4F"/>
                </a:solidFill>
                <a:latin typeface="微软雅黑"/>
              </a:rPr>
              <a:t>GitHub 仓库部署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0" cy="40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4705E"/>
                </a:solidFill>
                <a:latin typeface="微软雅黑"/>
              </a:rPr>
              <a:t>知影 ZhiYing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4705E"/>
                </a:solidFill>
                <a:latin typeface="微软雅黑"/>
              </a:rPr>
              <a:t>16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4F"/>
                </a:solidFill>
                <a:latin typeface="微软雅黑"/>
              </a:rPr>
              <a:t>部署步骤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C3226"/>
                </a:solidFill>
                <a:latin typeface="微软雅黑"/>
              </a:rPr>
              <a:t>1. 安装 Git + 注册 GitHub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C3226"/>
                </a:solidFill>
                <a:latin typeface="微软雅黑"/>
              </a:rPr>
              <a:t>2. 生成 PAT（classic, repo scope）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C3226"/>
                </a:solidFill>
                <a:latin typeface="微软雅黑"/>
              </a:rPr>
              <a:t>3. git init + commit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C3226"/>
                </a:solidFill>
                <a:latin typeface="微软雅黑"/>
              </a:rPr>
              <a:t>4. 创建远程仓库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C3226"/>
                </a:solidFill>
                <a:latin typeface="微软雅黑"/>
              </a:rPr>
              <a:t>5. git push 推送代码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4F"/>
                </a:solidFill>
                <a:latin typeface="微软雅黑"/>
              </a:rPr>
              <a:t>认证方式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4705E"/>
                </a:solidFill>
                <a:latin typeface="微软雅黑"/>
              </a:rPr>
              <a:t>Classic PAT（ghp_ 开头）
repo scope，用完即删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371600"/>
            <a:ext cx="5760720" cy="4754880"/>
          </a:xfrm>
          <a:prstGeom prst="rect">
            <a:avLst/>
          </a:prstGeom>
          <a:solidFill>
            <a:srgbClr val="F0F7F3"/>
          </a:solidFill>
          <a:ln w="6350">
            <a:solidFill>
              <a:srgbClr val="2E7D4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# 本地初始化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git init -b main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git config user.name "用户名"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git config user.email "邮箱"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git add -A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git commit -m "初始版本"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/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# 推送（PAT 嵌入 URL，不持久化）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export GIT_TERMINAL_PROMPT=0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git -c credential.helper= push \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  "https://用户名:ghp_xxx@github.com/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   用户名/zhiying-video-agent.git" \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>
                <a:solidFill>
                  <a:srgbClr val="2E7D4F"/>
                </a:solidFill>
                <a:latin typeface="Consolas"/>
              </a:rPr>
              <a:t>  main:main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4705E"/>
                </a:solidFill>
                <a:latin typeface="微软雅黑"/>
              </a:rPr>
              <a:t>要点：Classic PAT（ghp_ 开头）勾选 repo scope 即可，用完即删。GIT_TERMINAL_PROMPT=0 + credential.helper= 避免静默挂起。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7D4F"/>
                </a:solidFill>
                <a:latin typeface="微软雅黑"/>
              </a:rPr>
              <a:t>GitHub Pages 在线部署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0" cy="40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4705E"/>
                </a:solidFill>
                <a:latin typeface="微软雅黑"/>
              </a:rPr>
              <a:t>知影 ZhiYing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4705E"/>
                </a:solidFill>
                <a:latin typeface="微软雅黑"/>
              </a:rPr>
              <a:t>17 / 20</a:t>
            </a:r>
          </a:p>
        </p:txBody>
      </p:sp>
      <p:pic>
        <p:nvPicPr>
          <p:cNvPr id="7" name="Picture 6" descr="pages_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686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4705E"/>
                </a:solidFill>
                <a:latin typeface="微软雅黑"/>
              </a:rPr>
              <a:t>要点：用 PAT 调 GitHub API（POST /repos/.../pages）启用 Pages，source 设为 main 分支根目录。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4705E"/>
                </a:solidFill>
                <a:latin typeface="微软雅黑"/>
              </a:rPr>
              <a:t>首次构建约 30-60 秒，之后每次 git push 后 Pages 自动重建，在线网站自动同步更新。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4705E"/>
                </a:solidFill>
                <a:latin typeface="微软雅黑"/>
              </a:rPr>
              <a:t>任何人打开 https://84540305-debug.github.io/zhiying-video-agent/ 即可直接体验全部功能。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7D4F"/>
                </a:solidFill>
                <a:latin typeface="微软雅黑"/>
              </a:rPr>
              <a:t>CORS 代理部署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0" cy="400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4705E"/>
                </a:solidFill>
                <a:latin typeface="微软雅黑"/>
              </a:rPr>
              <a:t>知影 ZhiYing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4705E"/>
                </a:solidFill>
                <a:latin typeface="微软雅黑"/>
              </a:rPr>
              <a:t>18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微软雅黑"/>
              </a:rPr>
              <a:t>方案 A：Vercel Edge（推荐）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3226"/>
                </a:solidFill>
                <a:latin typeface="微软雅黑"/>
              </a:rPr>
              <a:t>1. vercel.com/new → GitHub 登录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3226"/>
                </a:solidFill>
                <a:latin typeface="微软雅黑"/>
              </a:rPr>
              <a:t>2. Import 仓库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3226"/>
                </a:solidFill>
                <a:latin typeface="微软雅黑"/>
              </a:rPr>
              <a:t>3. Deploy（30秒）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3226"/>
                </a:solidFill>
                <a:latin typeface="微软雅黑"/>
              </a:rPr>
              <a:t>4. 代理地址：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3226"/>
                </a:solidFill>
                <a:latin typeface="微软雅黑"/>
              </a:rPr>
              <a:t>  vercel.app/api/proxy/doubao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微软雅黑"/>
              </a:rPr>
              <a:t>路由映射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82880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路径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转发到</a:t>
                      </a:r>
                    </a:p>
                  </a:txBody>
                  <a:tcPr>
                    <a:solidFill>
                      <a:srgbClr val="2E7D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/doubao/*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ark.cn-beijing.volces.com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/wanx/*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dashscope.aliyuncs.com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/openai/*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api.openai.com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/stability/*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3226"/>
                          </a:solidFill>
                          <a:latin typeface="微软雅黑"/>
                        </a:defRPr>
                      </a:pPr>
                      <a:r>
                        <a:t>api.stability.ai</a:t>
                      </a:r>
                    </a:p>
                  </a:txBody>
                  <a:tcPr>
                    <a:solidFill>
                      <a:srgbClr val="F0F7F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微软雅黑"/>
              </a:rPr>
              <a:t>方案 B：Cloudflare Workers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4705E"/>
                </a:solidFill>
                <a:latin typeface="微软雅黑"/>
              </a:rPr>
              <a:t>workers.cloudflare.com → Create Worker → 粘贴 worker.js → Deploy → 得到 xxx.workers.dev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</a:rPr>
              <a:t>第五章 · 项目成果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97A"/>
                </a:solidFill>
                <a:latin typeface="微软雅黑"/>
              </a:rPr>
              <a:t>Project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F1EA"/>
                </a:solidFill>
                <a:latin typeface="微软雅黑"/>
              </a:rPr>
              <a:t>知影 ZhiYing · 大学生军事理论课 AI 视频成片 Agent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FF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5184648" y="914400"/>
            <a:ext cx="1828800" cy="1828800"/>
          </a:xfrm>
          <a:prstGeom prst="star5">
            <a:avLst/>
          </a:prstGeom>
          <a:solidFill>
            <a:srgbClr val="FF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D97A"/>
                </a:solidFill>
                <a:latin typeface="微软雅黑"/>
              </a:rPr>
              <a:t>🌐 https://84540305-debug.github.io/zhiying-video-agent/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D97A"/>
                </a:solidFill>
                <a:latin typeface="微软雅黑"/>
              </a:rPr>
              <a:t>📦 https://github.com/84540305-debug/zhiying-video-agent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0F1EA"/>
                </a:solidFill>
                <a:latin typeface="微软雅黑"/>
              </a:rPr>
              <a:t>知影 ZhiYing · 大学生军事理论课 AI 视频成片 Agent · 2026年9月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